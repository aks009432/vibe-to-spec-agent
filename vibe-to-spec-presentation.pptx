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748" autoAdjust="0"/>
  </p:normalViewPr>
  <p:slideViewPr>
    <p:cSldViewPr snapToGrid="0" snapToObjects="1">
      <p:cViewPr varScale="1">
        <p:scale>
          <a:sx n="75" d="100"/>
          <a:sy n="75" d="100"/>
        </p:scale>
        <p:origin x="94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8C3E5-8966-4995-B3F7-00C98C6D2147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8AFB5C-09B5-40D9-B09D-3D29191435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59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"Hi, I'm Abhishek Srivastava — I work at TCS, one of the world's largest IT companies, and I bring 18+ years of professional experience to the table. You can find me on LinkedIn at </a:t>
            </a:r>
            <a:r>
              <a:rPr lang="en-IN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abhishek</a:t>
            </a:r>
            <a:r>
              <a:rPr lang="en-I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IN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srivastava</a:t>
            </a:r>
            <a:r>
              <a:rPr lang="en-I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-cs.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Throughout my career, I've always had ideas — ideas that could transform workflows, improve systems, and solve real problems. But I always depended on developers to bring them to life. This course changed that. Vibe coding gave me the superpower I never had — the ability to build, not just imagine."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8AFB5C-09B5-40D9-B09D-3D291914351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632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Here's the biggest problem nobody is talking about in the AI agent world.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day, thousands of developers are vibe-coding agents — building with natural language, shipping fast, and moving on. But there's a dangerous gap: the agent does something, the developer thinks it does something else. That gap is called the </a:t>
            </a:r>
            <a:r>
              <a:rPr lang="en-IN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Underspecification</a:t>
            </a:r>
            <a:r>
              <a:rPr lang="en-I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Gap.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spec. No audit trail. No guardrails. And when that agent touches real money, real data, or real infrastructure — that gap becomes a vulnerability.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question isn't whether something will go wrong. It's whether you'll know before it does."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8AFB5C-09B5-40D9-B09D-3D291914351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372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 built the Vibe-to-Spec Agent to solve exactly this problem.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takes any vibe-coded project — a GitHub repo, a Kaggle notebook, even a plain description — and in minutes produces: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I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living specification showing what your agent actually does vs what you intended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I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security gap report using Google's 7-pillar safety envelope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I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production-ready eval rubric with real test cases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 of it as a safety net for every agent you build."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8AFB5C-09B5-40D9-B09D-3D291914351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784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recently introduced a new API key format starting with 'AQ.' When I upgraded, my agent started throwing 401 authentication errors. The SDK was silently replacing my API key with an OAuth Bearer token from my local </a:t>
            </a:r>
            <a:r>
              <a:rPr lang="en-US" dirty="0" err="1"/>
              <a:t>gcloud</a:t>
            </a:r>
            <a:r>
              <a:rPr lang="en-US" dirty="0"/>
              <a:t> credentials. I diagnosed it with the help of </a:t>
            </a:r>
            <a:r>
              <a:rPr lang="en-US" dirty="0" err="1"/>
              <a:t>Antigavity</a:t>
            </a:r>
            <a:r>
              <a:rPr lang="en-US" dirty="0"/>
              <a:t> reading the SDK source code and patched </a:t>
            </a:r>
            <a:r>
              <a:rPr lang="en-US" dirty="0" err="1"/>
              <a:t>google.auth.default</a:t>
            </a:r>
            <a:r>
              <a:rPr lang="en-US" dirty="0"/>
              <a:t> at runtime to force key-based authentication. That's the kind of problem you only encounter when you're working with the absolute latest infrastructure.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8AFB5C-09B5-40D9-B09D-3D291914351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490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600" b="1">
                <a:solidFill>
                  <a:srgbClr val="4285F4"/>
                </a:solidFill>
                <a:latin typeface="Arial"/>
              </a:defRPr>
            </a:pPr>
            <a:r>
              <a:rPr dirty="0"/>
              <a:t>Bringing AI Agent Ideas to Life, Safely</a:t>
            </a:r>
          </a:p>
          <a:p>
            <a:pPr>
              <a:spcAft>
                <a:spcPts val="4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rPr dirty="0"/>
              <a:t>The Vibe-to-Spec Agent: From Concept to Verification</a:t>
            </a:r>
          </a:p>
          <a:p>
            <a:pPr>
              <a:defRPr sz="1800">
                <a:solidFill>
                  <a:srgbClr val="34A853"/>
                </a:solidFill>
                <a:latin typeface="Arial"/>
              </a:defRPr>
            </a:pPr>
            <a:r>
              <a:rPr dirty="0"/>
              <a:t>Abhishek Srivastava  |  TCS (18+ Years IT Experience)</a:t>
            </a:r>
            <a:br>
              <a:rPr dirty="0"/>
            </a:br>
            <a:r>
              <a:rPr dirty="0"/>
              <a:t>LinkedIn: </a:t>
            </a:r>
            <a:r>
              <a:rPr dirty="0" err="1"/>
              <a:t>abhishek</a:t>
            </a:r>
            <a:r>
              <a:rPr dirty="0"/>
              <a:t>-</a:t>
            </a:r>
            <a:r>
              <a:rPr dirty="0" err="1"/>
              <a:t>srivastava</a:t>
            </a:r>
            <a:r>
              <a:rPr dirty="0"/>
              <a:t>-cs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4285F4"/>
                </a:solidFill>
                <a:latin typeface="Arial"/>
              </a:defRPr>
            </a:pPr>
            <a:r>
              <a:t>The Underspecification Gap in AI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Vibe-Coding Trend: Building agents with natural language is extremely fast, but leads to major underspecification gaps.</a:t>
            </a:r>
          </a:p>
          <a:p>
            <a:pPr>
              <a:spcAft>
                <a:spcPts val="20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The Core Problem: What developers believe their agent is doing vs. how the agent actually executes actions.</a:t>
            </a:r>
          </a:p>
          <a:p>
            <a:pPr>
              <a:spcAft>
                <a:spcPts val="20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Governance Vacuum: Lack of explicit specifications, security guardrails, or validation metrics.</a:t>
            </a:r>
          </a:p>
          <a:p>
            <a:pPr>
              <a:spcAft>
                <a:spcPts val="20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Production Vulnerability: Deployed agents with access to real money, private data, or server commands pose severe risk.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1371600"/>
            <a:ext cx="53336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A853"/>
                </a:solidFill>
                <a:latin typeface="Arial"/>
              </a:defRPr>
            </a:pPr>
            <a:r>
              <a:t>Behavioral Flow Mismatch Diagram:</a:t>
            </a:r>
          </a:p>
          <a:p>
            <a:pPr>
              <a:defRPr sz="1300">
                <a:solidFill>
                  <a:srgbClr val="AAAAAA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┌────────────────────────────────────────────────────────┐</a:t>
            </a:r>
            <a:br/>
            <a:r>
              <a:t>│                Vibe Coding (Natural Language)          │</a:t>
            </a:r>
            <a:br/>
            <a:r>
              <a:t>└───────────┬────────────────────────────────────────────┘</a:t>
            </a:r>
            <a:br/>
            <a:r>
              <a:t>            │  (Underspecification / Functional Gap)       </a:t>
            </a:r>
            <a:br/>
            <a:r>
              <a:t>┌───────────▼────────────────────────────────────────────┐</a:t>
            </a:r>
            <a:br/>
            <a:r>
              <a:t>│                Execution Behavior (Actual Output)      │</a:t>
            </a:r>
            <a:br/>
            <a:r>
              <a:t>└───────────┬────────────────────────────────────────────┘</a:t>
            </a:r>
            <a:br/>
            <a:r>
              <a:t>            │  (No Verification / Exploit Vulnerability) </a:t>
            </a:r>
            <a:br/>
            <a:r>
              <a:t>┌───────────▼────────────────────────────────────────────┐</a:t>
            </a:r>
            <a:br/>
            <a:r>
              <a:t>│                Production Failure / Data Breach        │</a:t>
            </a:r>
            <a:br/>
            <a:r>
              <a:t>└────────────────────────────────────────────────────────┘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4A853"/>
                </a:solidFill>
                <a:latin typeface="Arial"/>
              </a:defRPr>
            </a:pPr>
            <a:r>
              <a:t>Vibe-to-Spec Agent: The Governance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Dynamic Input Processing: Directly digests GitHub repos, Kaggle notebooks, or even a basic text description.</a:t>
            </a:r>
          </a:p>
          <a:p>
            <a:pPr>
              <a:spcAft>
                <a:spcPts val="20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Automatic Specification: Generates living spec files (SPEC.md) outlining actual functional logic vs. builder intent.</a:t>
            </a:r>
          </a:p>
          <a:p>
            <a:pPr>
              <a:spcAft>
                <a:spcPts val="20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Security Analysis: Audits the implementation using Google's 7-pillar safety envelope (GAP_REPORT.md).</a:t>
            </a:r>
          </a:p>
          <a:p>
            <a:pPr>
              <a:spcAft>
                <a:spcPts val="20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Verification Rubric: Generates production-ready evaluation metrics with 3 test cases and trajectory check targets.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1371600"/>
            <a:ext cx="53336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285F4"/>
                </a:solidFill>
                <a:latin typeface="Arial"/>
              </a:defRPr>
            </a:pPr>
            <a:r>
              <a:t>Input-to-Outputs Pipeline Diagram:</a:t>
            </a:r>
          </a:p>
          <a:p>
            <a:pPr>
              <a:defRPr sz="1200">
                <a:solidFill>
                  <a:srgbClr val="AAAAAA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┌────────────────────────────────────────────────────────┐</a:t>
            </a:r>
            <a:br/>
            <a:r>
              <a:t>│  INPUT: Vibe-Coded Source Code or Raw Agent Idea       │</a:t>
            </a:r>
            <a:br/>
            <a:r>
              <a:t>└───────────────────────────┬────────────────────────────┘</a:t>
            </a:r>
            <a:br/>
            <a:r>
              <a:t>                            │                              </a:t>
            </a:r>
            <a:br/>
            <a:r>
              <a:t>            ┌───────────────▼───────────────┐              </a:t>
            </a:r>
            <a:br/>
            <a:r>
              <a:t>            │  Vibe-to-Spec Auditing Engine │              </a:t>
            </a:r>
            <a:br/>
            <a:r>
              <a:t>            └───────────────┬───────────────┘              </a:t>
            </a:r>
            <a:br/>
            <a:r>
              <a:t>                            │                              </a:t>
            </a:r>
            <a:br/>
            <a:r>
              <a:t>      ┌─────────────────────┼─────────────────────┐        </a:t>
            </a:r>
            <a:br/>
            <a:r>
              <a:t>┌─────▼─────┐         ┌─────▼─────┐         ┌─────▼─────┐  </a:t>
            </a:r>
            <a:br/>
            <a:r>
              <a:t>│  SPEC.md  │         │GAP_REPORT │         │EVAL_RUBRIC│  </a:t>
            </a:r>
            <a:br/>
            <a:r>
              <a:t>│(Living    │         │(7-Pillar  │         │(Test Cases│  </a:t>
            </a:r>
            <a:br/>
            <a:r>
              <a:t>│ Spec)     │         │ Security) │         │ &amp; Traj.)  │  </a:t>
            </a:r>
            <a:br/>
            <a:r>
              <a:t>└───────────┘         └───────────┘         └───────────┘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4285F4"/>
                </a:solidFill>
                <a:latin typeface="Arial"/>
              </a:defRPr>
            </a:pPr>
            <a:r>
              <a:t>System Architecture &amp; Key Integrations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Google ADK 2.0 Engine: Implements the agent using the Reasoning and Acting (ReAct) loop.</a:t>
            </a:r>
          </a:p>
          <a:p>
            <a:pPr>
              <a:spcAft>
                <a:spcPts val="20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Model Context Protocol (MCP): Exposes capability over port 8081 as a standalone server.</a:t>
            </a:r>
          </a:p>
          <a:p>
            <a:pPr>
              <a:spcAft>
                <a:spcPts val="20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Robust Fallback Architecture: Integrates custom DualToolSource class to fallback to local execution if the MCP server is offline.</a:t>
            </a:r>
          </a:p>
          <a:p>
            <a:pPr>
              <a:spcAft>
                <a:spcPts val="20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Multi-Model Flexibility: Swappable execution dynamically routing between Google Gemini &amp; OpenAI backends.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1371600"/>
            <a:ext cx="53336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A853"/>
                </a:solidFill>
                <a:latin typeface="Arial"/>
              </a:defRPr>
            </a:pPr>
            <a:r>
              <a:t>Node Call Execution Pipeline:</a:t>
            </a:r>
          </a:p>
          <a:p>
            <a:pPr>
              <a:defRPr sz="1200">
                <a:solidFill>
                  <a:srgbClr val="AAAAAA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┌────────────────────────────────────────────────────────┐</a:t>
            </a:r>
            <a:br/>
            <a:r>
              <a:t>│  ADK Web Server (8080) &lt;───&gt; Vibe-to-Spec ReAct Agent  │</a:t>
            </a:r>
            <a:br/>
            <a:r>
              <a:t>└──────────────────────────────┬─────────────────────────┘</a:t>
            </a:r>
            <a:br/>
            <a:r>
              <a:t>                               │                           </a:t>
            </a:r>
            <a:br/>
            <a:r>
              <a:t>            ┌──────────────────▼──────────────────┐        </a:t>
            </a:r>
            <a:br/>
            <a:r>
              <a:t>            │  DualToolSource Router (Fallback)   │        </a:t>
            </a:r>
            <a:br/>
            <a:r>
              <a:t>            └────────┬───────────────────┬────────┘        </a:t>
            </a:r>
            <a:br/>
            <a:r>
              <a:t>                     │ (Primary SSE)     │ (Local Failover)</a:t>
            </a:r>
            <a:br/>
            <a:r>
              <a:t>        ┌────────────▼──────────┐ ┌──────▼──────────────┐  </a:t>
            </a:r>
            <a:br/>
            <a:r>
              <a:t>        │ MCP Server (Port 8081)│ │Local Repo-Reader    │  </a:t>
            </a:r>
            <a:br/>
            <a:r>
              <a:t>        │ [read_github_repo]    │ │Tool Function        │  </a:t>
            </a:r>
            <a:br/>
            <a:r>
              <a:t>        └───────────────────────┘ └─────────────────────┘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4A853"/>
                </a:solidFill>
                <a:latin typeface="Arial"/>
              </a:defRPr>
            </a:pPr>
            <a:r>
              <a:t>Technical Challenges Resolved with Antigravity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4285F4"/>
                </a:solidFill>
                <a:latin typeface="Arial"/>
              </a:defRPr>
            </a:pPr>
            <a:r>
              <a:rPr dirty="0"/>
              <a:t>1. Quota &amp; 429 Token Limitations</a:t>
            </a:r>
          </a:p>
          <a:p>
            <a:pPr>
              <a:defRPr sz="1500">
                <a:solidFill>
                  <a:srgbClr val="FFFFFF"/>
                </a:solidFill>
                <a:latin typeface="Arial"/>
              </a:defRPr>
            </a:pPr>
            <a:r>
              <a:rPr dirty="0"/>
              <a:t>Large codebases exhausted free tier models instantly. Built custom env router that defaults to gemini-2.5-flash-lite, supporting manual overrides.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4285F4"/>
                </a:solidFill>
                <a:latin typeface="Arial"/>
              </a:defRPr>
            </a:pPr>
            <a:r>
              <a:rPr dirty="0"/>
              <a:t>2. Windows SSL certificate errors</a:t>
            </a:r>
          </a:p>
          <a:p>
            <a:pPr>
              <a:defRPr sz="1500">
                <a:solidFill>
                  <a:srgbClr val="FFFFFF"/>
                </a:solidFill>
                <a:latin typeface="Arial"/>
              </a:defRPr>
            </a:pPr>
            <a:r>
              <a:rPr dirty="0"/>
              <a:t>Windows environment had certificate parsing issues during python </a:t>
            </a:r>
            <a:r>
              <a:rPr dirty="0" err="1"/>
              <a:t>urllib</a:t>
            </a:r>
            <a:r>
              <a:rPr dirty="0"/>
              <a:t> operations. Solved directly inside the tools using internal verification patches.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4285F4"/>
                </a:solidFill>
                <a:latin typeface="Arial"/>
              </a:defRPr>
            </a:pPr>
            <a:r>
              <a:rPr dirty="0"/>
              <a:t>3. GCP OAuth Credentials Conflict</a:t>
            </a:r>
          </a:p>
          <a:p>
            <a:pPr>
              <a:defRPr sz="1500">
                <a:solidFill>
                  <a:srgbClr val="FFFFFF"/>
                </a:solidFill>
                <a:latin typeface="Arial"/>
              </a:defRPr>
            </a:pPr>
            <a:r>
              <a:rPr dirty="0"/>
              <a:t>Default Google authentication logic was overriding explicit API key headers. Patched </a:t>
            </a:r>
            <a:r>
              <a:rPr dirty="0" err="1"/>
              <a:t>google.auth.default</a:t>
            </a:r>
            <a:r>
              <a:rPr dirty="0"/>
              <a:t> to resolve key-based operations.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288036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4285F4"/>
                </a:solidFill>
                <a:latin typeface="Arial"/>
              </a:defRPr>
            </a:pPr>
            <a:r>
              <a:rPr dirty="0"/>
              <a:t>4. Tool Execution Consistency</a:t>
            </a:r>
          </a:p>
          <a:p>
            <a:pPr>
              <a:defRPr sz="1500">
                <a:solidFill>
                  <a:srgbClr val="FFFFFF"/>
                </a:solidFill>
                <a:latin typeface="Arial"/>
              </a:defRPr>
            </a:pPr>
            <a:r>
              <a:rPr dirty="0"/>
              <a:t>Model eager-called write functions in parallel before data was fetched, causing empty reports. Fixed by adding sequential execution rules to agent prompts.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5C1DD6-51B6-3B10-32E4-F53218183CD9}"/>
              </a:ext>
            </a:extLst>
          </p:cNvPr>
          <p:cNvSpPr txBox="1"/>
          <p:nvPr/>
        </p:nvSpPr>
        <p:spPr>
          <a:xfrm>
            <a:off x="792633" y="4569330"/>
            <a:ext cx="10728807" cy="1864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4285F4"/>
                </a:solidFill>
                <a:latin typeface="Arial"/>
              </a:defRPr>
            </a:pPr>
            <a:r>
              <a:rPr lang="en-US" dirty="0">
                <a:solidFill>
                  <a:srgbClr val="FFC000"/>
                </a:solidFill>
              </a:rPr>
              <a:t>5</a:t>
            </a:r>
            <a:r>
              <a:rPr dirty="0">
                <a:solidFill>
                  <a:srgbClr val="FFC000"/>
                </a:solidFill>
              </a:rPr>
              <a:t>. </a:t>
            </a:r>
            <a:r>
              <a:rPr lang="en-US" b="1" dirty="0">
                <a:solidFill>
                  <a:srgbClr val="FFC000"/>
                </a:solidFill>
              </a:rPr>
              <a:t>One challenge that stands out - SDK Authentication Conflict (AQ. Key Format)</a:t>
            </a:r>
            <a:br>
              <a:rPr lang="en-US" b="1" dirty="0">
                <a:solidFill>
                  <a:srgbClr val="FFC000"/>
                </a:solidFill>
              </a:rPr>
            </a:br>
            <a:endParaRPr dirty="0">
              <a:solidFill>
                <a:srgbClr val="FFC000"/>
              </a:solidFill>
            </a:endParaRPr>
          </a:p>
          <a:p>
            <a:pPr>
              <a:defRPr sz="1500">
                <a:solidFill>
                  <a:srgbClr val="FFFFFF"/>
                </a:solidFill>
                <a:latin typeface="Arial"/>
              </a:defRPr>
            </a:pPr>
            <a:r>
              <a:rPr lang="en-US" sz="1500" dirty="0"/>
              <a:t>New Google API keys starting with "AQ." triggered 401 ACCESS_TOKEN_TYPE_UNSUPPORTED — the SDK was resolving local </a:t>
            </a:r>
            <a:r>
              <a:rPr lang="en-US" sz="1500" dirty="0" err="1"/>
              <a:t>gcloud</a:t>
            </a:r>
            <a:r>
              <a:rPr lang="en-US" sz="1500" dirty="0"/>
              <a:t> OAuth credentials and overriding the API key header with an unsupported Bearer token. </a:t>
            </a:r>
            <a:br>
              <a:rPr lang="en-US" sz="1500" dirty="0"/>
            </a:br>
            <a:br>
              <a:rPr lang="en-US" sz="1500" dirty="0"/>
            </a:br>
            <a:r>
              <a:rPr lang="en-US" sz="1500" dirty="0"/>
              <a:t>Fix: Monkey-patched </a:t>
            </a:r>
            <a:r>
              <a:rPr lang="en-US" sz="1500" dirty="0" err="1"/>
              <a:t>google.auth.default</a:t>
            </a:r>
            <a:r>
              <a:rPr lang="en-US" sz="1500" dirty="0"/>
              <a:t> to return (None, None) at runtime, forcing key-based auth and bypassing credential resolution entirely.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4285F4"/>
                </a:solidFill>
                <a:latin typeface="Arial"/>
              </a:defRPr>
            </a:pPr>
            <a:r>
              <a:t>Audit Execution Workflow: 3 Simple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285F4"/>
                </a:solidFill>
                <a:latin typeface="Arial"/>
              </a:defRPr>
            </a:pPr>
            <a:r>
              <a:t>STEP 1: Initialization</a:t>
            </a:r>
          </a:p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Configure variables and execute:</a:t>
            </a:r>
            <a:br/>
            <a:br/>
            <a:r>
              <a:t>&gt; start.bat</a:t>
            </a:r>
            <a:br/>
            <a:br/>
            <a:r>
              <a:t>Runs the standalone MCP server (8081) and launches the ADK Web App (8080) simultaneously.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64592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285F4"/>
                </a:solidFill>
                <a:latin typeface="Arial"/>
              </a:defRPr>
            </a:pPr>
            <a:r>
              <a:t>STEP 2: Quick Scan</a:t>
            </a:r>
          </a:p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Provide any public GitHub URL directly. The agent scans the code, classifies security gaps, and saves the findings report directly to:</a:t>
            </a:r>
            <a:br/>
            <a:br/>
            <a:r>
              <a:t>audit_reports/quick_scan/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64592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285F4"/>
                </a:solidFill>
                <a:latin typeface="Arial"/>
              </a:defRPr>
            </a:pPr>
            <a:r>
              <a:t>STEP 3: Deep Audit</a:t>
            </a:r>
          </a:p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Prefix input with 'deep audit:'. Responding to 5 interview questions generates dynamic Vibe Diffs, full specifications, and test cases saved to:</a:t>
            </a:r>
            <a:br/>
            <a:br/>
            <a:r>
              <a:t>audit_reports/deep_audit/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4A853"/>
                </a:solidFill>
                <a:latin typeface="Arial"/>
              </a:defRPr>
            </a:pPr>
            <a:r>
              <a:rPr dirty="0"/>
              <a:t>Enterprise Safety: </a:t>
            </a:r>
            <a:r>
              <a:rPr lang="en-IN" sz="3600" b="1" dirty="0"/>
              <a:t>Business Impact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4285F4"/>
                </a:solidFill>
                <a:latin typeface="Arial"/>
              </a:defRPr>
            </a:pPr>
            <a:r>
              <a:t>Vulnerability Flagged Before Deployment = Zero Breach</a:t>
            </a:r>
          </a:p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Statically catches hardcoded credentials, token-sharing exploits, and path traversals directly in development.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2918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4285F4"/>
                </a:solidFill>
                <a:latin typeface="Arial"/>
              </a:defRPr>
            </a:pPr>
            <a:r>
              <a:t>Missing Approval Gate Detected Before Go-Live = Zero Unauthorized Cost</a:t>
            </a:r>
          </a:p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Ensures critical operational actions (like money transfers, file edits) are blocked behind human-in-the-loop gates.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4285F4"/>
                </a:solidFill>
                <a:latin typeface="Arial"/>
              </a:defRPr>
            </a:pPr>
            <a:r>
              <a:t>Automated Rubric &amp; Trajectory Testing = Zero QA Guesswork</a:t>
            </a:r>
          </a:p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Provides QA teams with structured tests and expected reasoning paths to evaluate model alignments.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4285F4"/>
                </a:solidFill>
                <a:latin typeface="Arial"/>
              </a:defRPr>
            </a:pPr>
            <a:r>
              <a:t>Roadmap: Continuous AI Agent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Automated Pull Requests: Block GitHub merges by auto-attaching findings to PRs on critical failures.</a:t>
            </a:r>
          </a:p>
          <a:p>
            <a:pPr>
              <a:spcAft>
                <a:spcPts val="25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CI/CD Integration: Continuous scheduled workspace security audits on every repository commit.</a:t>
            </a:r>
          </a:p>
          <a:p>
            <a:pPr>
              <a:spcAft>
                <a:spcPts val="25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Public Verification: The complete repository, documentation (USAGE.md), and reports are open source.</a:t>
            </a:r>
          </a:p>
          <a:p>
            <a:pPr>
              <a:spcAft>
                <a:spcPts val="25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Enterprise Governance: Bringing code verification to rapid natural-language development loops.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1371600"/>
            <a:ext cx="4876495" cy="2834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34A853"/>
                </a:solidFill>
                <a:latin typeface="Arial"/>
              </a:defRPr>
            </a:pPr>
            <a:r>
              <a:rPr lang="en-US" sz="2200" b="1" dirty="0"/>
              <a:t>Built with Google's Vibe Coding Stack</a:t>
            </a:r>
            <a:r>
              <a:rPr dirty="0"/>
              <a:t>:</a:t>
            </a:r>
          </a:p>
          <a:p>
            <a:pPr>
              <a:spcAft>
                <a:spcPts val="15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rPr dirty="0"/>
              <a:t>• Google Agent Development Kit (ADK)</a:t>
            </a:r>
          </a:p>
          <a:p>
            <a:pPr>
              <a:spcAft>
                <a:spcPts val="15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rPr dirty="0"/>
              <a:t>• Antigravity Coding Assistant</a:t>
            </a:r>
          </a:p>
          <a:p>
            <a:pPr>
              <a:spcAft>
                <a:spcPts val="15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rPr dirty="0"/>
              <a:t>• Model Context Protocol (MCP)</a:t>
            </a:r>
          </a:p>
          <a:p>
            <a:pPr>
              <a:spcAft>
                <a:spcPts val="15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rPr dirty="0"/>
              <a:t>• Gemini LLM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1395</Words>
  <Application>Microsoft Office PowerPoint</Application>
  <PresentationFormat>Widescreen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2026-07-03T12:45:04Z</dcterms:modified>
  <cp:category/>
</cp:coreProperties>
</file>